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2/13/2026</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2/13/2026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2/13/2026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2/13/2026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2/13/2026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2/13/2026</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0A86F-E812-F648-050B-BC3E89F7D15C}"/>
              </a:ext>
            </a:extLst>
          </p:cNvPr>
          <p:cNvSpPr>
            <a:spLocks noGrp="1"/>
          </p:cNvSpPr>
          <p:nvPr>
            <p:ph type="ctrTitle"/>
          </p:nvPr>
        </p:nvSpPr>
        <p:spPr/>
        <p:txBody>
          <a:bodyPr/>
          <a:lstStyle/>
          <a:p>
            <a:r>
              <a:rPr lang="en-US" dirty="0"/>
              <a:t>My Journey: Growth, Education, and Impact</a:t>
            </a:r>
          </a:p>
        </p:txBody>
      </p:sp>
      <p:sp>
        <p:nvSpPr>
          <p:cNvPr id="3" name="Subtitle 2">
            <a:extLst>
              <a:ext uri="{FF2B5EF4-FFF2-40B4-BE49-F238E27FC236}">
                <a16:creationId xmlns:a16="http://schemas.microsoft.com/office/drawing/2014/main" id="{B59F9FB9-272A-9BCD-AA14-579945A7F80A}"/>
              </a:ext>
            </a:extLst>
          </p:cNvPr>
          <p:cNvSpPr>
            <a:spLocks noGrp="1"/>
          </p:cNvSpPr>
          <p:nvPr>
            <p:ph type="subTitle" idx="1"/>
          </p:nvPr>
        </p:nvSpPr>
        <p:spPr/>
        <p:txBody>
          <a:bodyPr/>
          <a:lstStyle/>
          <a:p>
            <a:r>
              <a:rPr lang="en-US" dirty="0"/>
              <a:t>By Rita </a:t>
            </a:r>
            <a:r>
              <a:rPr lang="en-US" dirty="0" err="1"/>
              <a:t>Watiri</a:t>
            </a:r>
            <a:r>
              <a:rPr lang="en-US" dirty="0"/>
              <a:t> </a:t>
            </a:r>
            <a:r>
              <a:rPr lang="en-US" dirty="0" err="1"/>
              <a:t>Ruchiu</a:t>
            </a:r>
            <a:endParaRPr lang="en-US" dirty="0"/>
          </a:p>
        </p:txBody>
      </p:sp>
    </p:spTree>
    <p:extLst>
      <p:ext uri="{BB962C8B-B14F-4D97-AF65-F5344CB8AC3E}">
        <p14:creationId xmlns:p14="http://schemas.microsoft.com/office/powerpoint/2010/main" val="33074540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73718-9CBE-69A0-2712-3F7CAB1BEB34}"/>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7F26391A-FF08-2A81-C258-C5959E83DD8B}"/>
              </a:ext>
            </a:extLst>
          </p:cNvPr>
          <p:cNvSpPr>
            <a:spLocks noGrp="1"/>
          </p:cNvSpPr>
          <p:nvPr>
            <p:ph idx="1"/>
          </p:nvPr>
        </p:nvSpPr>
        <p:spPr/>
        <p:txBody>
          <a:bodyPr>
            <a:normAutofit/>
          </a:bodyPr>
          <a:lstStyle/>
          <a:p>
            <a:r>
              <a:rPr lang="en-US" sz="2400" dirty="0"/>
              <a:t>Every person has a story. My name is Rita </a:t>
            </a:r>
            <a:r>
              <a:rPr lang="en-US" sz="2400" dirty="0" err="1"/>
              <a:t>Watiri</a:t>
            </a:r>
            <a:r>
              <a:rPr lang="en-US" sz="2400" dirty="0"/>
              <a:t> </a:t>
            </a:r>
            <a:r>
              <a:rPr lang="en-US" sz="2400" dirty="0" err="1"/>
              <a:t>Ruchiu</a:t>
            </a:r>
            <a:r>
              <a:rPr lang="en-US" sz="2400" dirty="0"/>
              <a:t>, a student of Business Information Technology (BBIT) at Dedan Kimathi University of Technology. My journey has been shaped by family, education, personal growth, and an unwavering belief in the power of resilience. Education has been central to my life, shaping my thinking, values, and ambitions. Beyond academics, I also value creativity, personal growth, and community.</a:t>
            </a:r>
          </a:p>
        </p:txBody>
      </p:sp>
    </p:spTree>
    <p:extLst>
      <p:ext uri="{BB962C8B-B14F-4D97-AF65-F5344CB8AC3E}">
        <p14:creationId xmlns:p14="http://schemas.microsoft.com/office/powerpoint/2010/main" val="24146231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6FD4E-ACCF-4567-28FA-F01D4E2B20FA}"/>
              </a:ext>
            </a:extLst>
          </p:cNvPr>
          <p:cNvSpPr>
            <a:spLocks noGrp="1"/>
          </p:cNvSpPr>
          <p:nvPr>
            <p:ph type="title"/>
          </p:nvPr>
        </p:nvSpPr>
        <p:spPr/>
        <p:txBody>
          <a:bodyPr/>
          <a:lstStyle/>
          <a:p>
            <a:r>
              <a:rPr lang="en-US" dirty="0"/>
              <a:t>Early Life &amp; Family Background</a:t>
            </a:r>
          </a:p>
        </p:txBody>
      </p:sp>
      <p:sp>
        <p:nvSpPr>
          <p:cNvPr id="3" name="Content Placeholder 2">
            <a:extLst>
              <a:ext uri="{FF2B5EF4-FFF2-40B4-BE49-F238E27FC236}">
                <a16:creationId xmlns:a16="http://schemas.microsoft.com/office/drawing/2014/main" id="{F7A6E1CC-A496-B890-0865-C60FA3A42215}"/>
              </a:ext>
            </a:extLst>
          </p:cNvPr>
          <p:cNvSpPr>
            <a:spLocks noGrp="1"/>
          </p:cNvSpPr>
          <p:nvPr>
            <p:ph idx="1"/>
          </p:nvPr>
        </p:nvSpPr>
        <p:spPr/>
        <p:txBody>
          <a:bodyPr>
            <a:normAutofit/>
          </a:bodyPr>
          <a:lstStyle/>
          <a:p>
            <a:r>
              <a:rPr lang="en-US" sz="2000" dirty="0"/>
              <a:t>I was born and raised in </a:t>
            </a:r>
            <a:r>
              <a:rPr lang="en-US" sz="2000" dirty="0" err="1"/>
              <a:t>Muranga</a:t>
            </a:r>
            <a:r>
              <a:rPr lang="en-US" sz="2000" dirty="0"/>
              <a:t> county ,Kenya in a family that valued love, discipline, and education. My parents instilled principles of hard work, honesty, and resilience while encouraging my academic pursuits. I grew up with siblings who were my first friends, companions in laughter, and partners in learning. My childhood blended tradition and modernity, teaching me respect, responsibility, and curiosity about the world.</a:t>
            </a:r>
          </a:p>
        </p:txBody>
      </p:sp>
    </p:spTree>
    <p:extLst>
      <p:ext uri="{BB962C8B-B14F-4D97-AF65-F5344CB8AC3E}">
        <p14:creationId xmlns:p14="http://schemas.microsoft.com/office/powerpoint/2010/main" val="41950636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9E6E1-A577-CE55-D5FA-DA8522263BB2}"/>
              </a:ext>
            </a:extLst>
          </p:cNvPr>
          <p:cNvSpPr>
            <a:spLocks noGrp="1"/>
          </p:cNvSpPr>
          <p:nvPr>
            <p:ph type="title"/>
          </p:nvPr>
        </p:nvSpPr>
        <p:spPr/>
        <p:txBody>
          <a:bodyPr/>
          <a:lstStyle/>
          <a:p>
            <a:r>
              <a:rPr lang="en-US" b="1" dirty="0"/>
              <a:t>Education Journey</a:t>
            </a:r>
            <a:endParaRPr lang="en-US" dirty="0"/>
          </a:p>
        </p:txBody>
      </p:sp>
      <p:sp>
        <p:nvSpPr>
          <p:cNvPr id="3" name="Content Placeholder 2">
            <a:extLst>
              <a:ext uri="{FF2B5EF4-FFF2-40B4-BE49-F238E27FC236}">
                <a16:creationId xmlns:a16="http://schemas.microsoft.com/office/drawing/2014/main" id="{47FF726E-0DC1-29CD-D08F-65425721B14A}"/>
              </a:ext>
            </a:extLst>
          </p:cNvPr>
          <p:cNvSpPr>
            <a:spLocks noGrp="1"/>
          </p:cNvSpPr>
          <p:nvPr>
            <p:ph idx="1"/>
          </p:nvPr>
        </p:nvSpPr>
        <p:spPr/>
        <p:txBody>
          <a:bodyPr/>
          <a:lstStyle/>
          <a:p>
            <a:pPr marL="0" indent="0">
              <a:buNone/>
            </a:pPr>
            <a:endParaRPr lang="en-US" sz="2000" b="1" dirty="0"/>
          </a:p>
          <a:p>
            <a:r>
              <a:rPr lang="en-US" sz="2000" b="1" dirty="0"/>
              <a:t>Primary School:</a:t>
            </a:r>
            <a:r>
              <a:rPr lang="en-US" sz="2000" dirty="0"/>
              <a:t> [PCEA </a:t>
            </a:r>
            <a:r>
              <a:rPr lang="en-US" sz="2000" dirty="0" err="1"/>
              <a:t>Simurina</a:t>
            </a:r>
            <a:r>
              <a:rPr lang="en-US" sz="2000" dirty="0"/>
              <a:t> Primary– Foundation of curiosity and learning</a:t>
            </a:r>
            <a:br>
              <a:rPr lang="en-US" sz="2000" dirty="0"/>
            </a:br>
            <a:r>
              <a:rPr lang="en-US" sz="2000" b="1" dirty="0"/>
              <a:t>Secondary School:</a:t>
            </a:r>
            <a:r>
              <a:rPr lang="en-US" sz="2000" dirty="0"/>
              <a:t> </a:t>
            </a:r>
            <a:r>
              <a:rPr lang="en-US" sz="2000" dirty="0" err="1"/>
              <a:t>Ruchu</a:t>
            </a:r>
            <a:r>
              <a:rPr lang="en-US" sz="2000" dirty="0"/>
              <a:t> Girls High school– Developed problem-solving, </a:t>
            </a:r>
            <a:r>
              <a:rPr lang="en-US" sz="2000" dirty="0" err="1"/>
              <a:t>teamworks</a:t>
            </a:r>
            <a:br>
              <a:rPr lang="en-US" sz="2000" dirty="0"/>
            </a:br>
            <a:r>
              <a:rPr lang="en-US" sz="2000" b="1" dirty="0"/>
              <a:t>Dedan Kimathi University of Technology:</a:t>
            </a:r>
            <a:r>
              <a:rPr lang="en-US" sz="2000" dirty="0"/>
              <a:t> BBIT – Studying the intersection of technology and business, gaining technical and professional skills</a:t>
            </a:r>
            <a:br>
              <a:rPr lang="en-US" sz="2000" dirty="0"/>
            </a:br>
            <a:r>
              <a:rPr lang="en-US" sz="2000" dirty="0"/>
              <a:t>Education has taught me resilience, critical thinking, and how to apply knowledge to real-world challenges.</a:t>
            </a:r>
          </a:p>
          <a:p>
            <a:endParaRPr lang="en-US" dirty="0"/>
          </a:p>
        </p:txBody>
      </p:sp>
    </p:spTree>
    <p:extLst>
      <p:ext uri="{BB962C8B-B14F-4D97-AF65-F5344CB8AC3E}">
        <p14:creationId xmlns:p14="http://schemas.microsoft.com/office/powerpoint/2010/main" val="12494264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6B04E-D639-B13E-E601-44AD69D964BD}"/>
              </a:ext>
            </a:extLst>
          </p:cNvPr>
          <p:cNvSpPr>
            <a:spLocks noGrp="1"/>
          </p:cNvSpPr>
          <p:nvPr>
            <p:ph type="title"/>
          </p:nvPr>
        </p:nvSpPr>
        <p:spPr/>
        <p:txBody>
          <a:bodyPr/>
          <a:lstStyle/>
          <a:p>
            <a:r>
              <a:rPr lang="en-US" b="1" dirty="0"/>
              <a:t>Personal Growth &amp; Interests</a:t>
            </a:r>
            <a:br>
              <a:rPr lang="en-US" b="1" dirty="0"/>
            </a:br>
            <a:endParaRPr lang="en-US" dirty="0"/>
          </a:p>
        </p:txBody>
      </p:sp>
      <p:sp>
        <p:nvSpPr>
          <p:cNvPr id="3" name="Content Placeholder 2">
            <a:extLst>
              <a:ext uri="{FF2B5EF4-FFF2-40B4-BE49-F238E27FC236}">
                <a16:creationId xmlns:a16="http://schemas.microsoft.com/office/drawing/2014/main" id="{B213D84A-7CD1-D807-97DD-B2797B800D05}"/>
              </a:ext>
            </a:extLst>
          </p:cNvPr>
          <p:cNvSpPr>
            <a:spLocks noGrp="1"/>
          </p:cNvSpPr>
          <p:nvPr>
            <p:ph idx="1"/>
          </p:nvPr>
        </p:nvSpPr>
        <p:spPr/>
        <p:txBody>
          <a:bodyPr/>
          <a:lstStyle/>
          <a:p>
            <a:r>
              <a:rPr lang="en-US" sz="2000" dirty="0"/>
              <a:t>Personal growth has been a journey of self-discovery and discipline. I have learned to balance responsibilities with hobbies that inspire creativity and wellness.</a:t>
            </a:r>
            <a:br>
              <a:rPr lang="en-US" sz="2000" dirty="0"/>
            </a:br>
            <a:r>
              <a:rPr lang="en-US" sz="2000" b="1" dirty="0"/>
              <a:t>Interests:</a:t>
            </a:r>
            <a:endParaRPr lang="en-US" sz="2000" dirty="0"/>
          </a:p>
          <a:p>
            <a:r>
              <a:rPr lang="en-US" sz="2000" dirty="0"/>
              <a:t>Technology &amp; Innovation: Exploring new trends, solving problems with tech</a:t>
            </a:r>
          </a:p>
          <a:p>
            <a:r>
              <a:rPr lang="en-US" sz="2000" dirty="0"/>
              <a:t>Fitness &amp; Wellness: Building discipline and mental focus</a:t>
            </a:r>
          </a:p>
          <a:p>
            <a:r>
              <a:rPr lang="en-US" sz="2000" dirty="0"/>
              <a:t>Reading &amp; Learning: Expanding knowledge and creativity</a:t>
            </a:r>
          </a:p>
          <a:p>
            <a:r>
              <a:rPr lang="en-US" sz="2000" dirty="0"/>
              <a:t>Creative Expression: Problem-solving, writing, and innovation</a:t>
            </a:r>
          </a:p>
          <a:p>
            <a:endParaRPr lang="en-US" dirty="0"/>
          </a:p>
        </p:txBody>
      </p:sp>
    </p:spTree>
    <p:extLst>
      <p:ext uri="{BB962C8B-B14F-4D97-AF65-F5344CB8AC3E}">
        <p14:creationId xmlns:p14="http://schemas.microsoft.com/office/powerpoint/2010/main" val="14279586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89A6C-9FAC-29EE-7E02-B2EAFA452616}"/>
              </a:ext>
            </a:extLst>
          </p:cNvPr>
          <p:cNvSpPr>
            <a:spLocks noGrp="1"/>
          </p:cNvSpPr>
          <p:nvPr>
            <p:ph type="title"/>
          </p:nvPr>
        </p:nvSpPr>
        <p:spPr/>
        <p:txBody>
          <a:bodyPr/>
          <a:lstStyle/>
          <a:p>
            <a:r>
              <a:rPr lang="en-US" b="1" dirty="0"/>
              <a:t>Career Preparation</a:t>
            </a:r>
            <a:br>
              <a:rPr lang="en-US" b="1" dirty="0"/>
            </a:br>
            <a:endParaRPr lang="en-US" dirty="0"/>
          </a:p>
        </p:txBody>
      </p:sp>
      <p:sp>
        <p:nvSpPr>
          <p:cNvPr id="3" name="Content Placeholder 2">
            <a:extLst>
              <a:ext uri="{FF2B5EF4-FFF2-40B4-BE49-F238E27FC236}">
                <a16:creationId xmlns:a16="http://schemas.microsoft.com/office/drawing/2014/main" id="{B1C88979-D5B1-7046-1E98-A4C9990CF0B5}"/>
              </a:ext>
            </a:extLst>
          </p:cNvPr>
          <p:cNvSpPr>
            <a:spLocks noGrp="1"/>
          </p:cNvSpPr>
          <p:nvPr>
            <p:ph idx="1"/>
          </p:nvPr>
        </p:nvSpPr>
        <p:spPr/>
        <p:txBody>
          <a:bodyPr/>
          <a:lstStyle/>
          <a:p>
            <a:r>
              <a:rPr lang="en-US" sz="2000" dirty="0"/>
              <a:t>During my industrial attachment at Amica SACCO </a:t>
            </a:r>
            <a:r>
              <a:rPr lang="en-US" sz="2000" dirty="0" err="1"/>
              <a:t>Murang’a</a:t>
            </a:r>
            <a:r>
              <a:rPr lang="en-US" sz="2000" dirty="0"/>
              <a:t>, I applied my BBIT knowledge in a professional setting.</a:t>
            </a:r>
            <a:br>
              <a:rPr lang="en-US" sz="2000" dirty="0"/>
            </a:br>
            <a:r>
              <a:rPr lang="en-US" sz="2000" b="1" dirty="0"/>
              <a:t>Responsibilities included:</a:t>
            </a:r>
            <a:endParaRPr lang="en-US" sz="2000" dirty="0"/>
          </a:p>
          <a:p>
            <a:r>
              <a:rPr lang="en-US" sz="2000" dirty="0"/>
              <a:t>Database management and handling sensitive financial data</a:t>
            </a:r>
          </a:p>
          <a:p>
            <a:r>
              <a:rPr lang="en-US" sz="2000" dirty="0"/>
              <a:t>Supporting users with technical issues</a:t>
            </a:r>
          </a:p>
          <a:p>
            <a:r>
              <a:rPr lang="en-US" sz="2000" dirty="0"/>
              <a:t>Observing networking operations</a:t>
            </a:r>
          </a:p>
          <a:p>
            <a:r>
              <a:rPr lang="en-US" sz="2000" dirty="0"/>
              <a:t>Understanding business processes and customer interactions</a:t>
            </a:r>
            <a:br>
              <a:rPr lang="en-US" sz="2000" dirty="0"/>
            </a:br>
            <a:r>
              <a:rPr lang="en-US" sz="2000" dirty="0"/>
              <a:t>This experience strengthened my problem-solving, teamwork, and professional skills.</a:t>
            </a:r>
          </a:p>
          <a:p>
            <a:endParaRPr lang="en-US" dirty="0"/>
          </a:p>
        </p:txBody>
      </p:sp>
    </p:spTree>
    <p:extLst>
      <p:ext uri="{BB962C8B-B14F-4D97-AF65-F5344CB8AC3E}">
        <p14:creationId xmlns:p14="http://schemas.microsoft.com/office/powerpoint/2010/main" val="3760455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93F46-1176-F044-4965-9C102ED9843E}"/>
              </a:ext>
            </a:extLst>
          </p:cNvPr>
          <p:cNvSpPr>
            <a:spLocks noGrp="1"/>
          </p:cNvSpPr>
          <p:nvPr>
            <p:ph type="title"/>
          </p:nvPr>
        </p:nvSpPr>
        <p:spPr/>
        <p:txBody>
          <a:bodyPr/>
          <a:lstStyle/>
          <a:p>
            <a:r>
              <a:rPr lang="en-US" b="1" dirty="0"/>
              <a:t>Projects &amp; Achievements</a:t>
            </a:r>
            <a:br>
              <a:rPr lang="en-US" b="1" dirty="0"/>
            </a:br>
            <a:endParaRPr lang="en-US" dirty="0"/>
          </a:p>
        </p:txBody>
      </p:sp>
      <p:sp>
        <p:nvSpPr>
          <p:cNvPr id="3" name="Content Placeholder 2">
            <a:extLst>
              <a:ext uri="{FF2B5EF4-FFF2-40B4-BE49-F238E27FC236}">
                <a16:creationId xmlns:a16="http://schemas.microsoft.com/office/drawing/2014/main" id="{D023CB40-C34A-F198-F011-049EAF4EF918}"/>
              </a:ext>
            </a:extLst>
          </p:cNvPr>
          <p:cNvSpPr>
            <a:spLocks noGrp="1"/>
          </p:cNvSpPr>
          <p:nvPr>
            <p:ph idx="1"/>
          </p:nvPr>
        </p:nvSpPr>
        <p:spPr/>
        <p:txBody>
          <a:bodyPr/>
          <a:lstStyle/>
          <a:p>
            <a:r>
              <a:rPr lang="en-US" sz="2000" dirty="0"/>
              <a:t>My final year project focused on skin disease classification using deep learning. I built a CNN model to classify conditions like acne, eczema, ringworm while incorporating explainable AI to enhance transparency.</a:t>
            </a:r>
            <a:br>
              <a:rPr lang="en-US" sz="2000" dirty="0"/>
            </a:br>
            <a:r>
              <a:rPr lang="en-US" sz="2000" b="1" dirty="0"/>
              <a:t>Other achievements:</a:t>
            </a:r>
            <a:endParaRPr lang="en-US" sz="2000" dirty="0"/>
          </a:p>
          <a:p>
            <a:r>
              <a:rPr lang="en-US" sz="2000" dirty="0"/>
              <a:t>Team projects and presentations</a:t>
            </a:r>
          </a:p>
          <a:p>
            <a:r>
              <a:rPr lang="en-US" sz="2000" dirty="0"/>
              <a:t>Consistent academic performance</a:t>
            </a:r>
          </a:p>
          <a:p>
            <a:r>
              <a:rPr lang="en-US" sz="2000" dirty="0"/>
              <a:t>Personal growth milestones: confidence, balancing studies and hobbies, resilience</a:t>
            </a:r>
          </a:p>
          <a:p>
            <a:endParaRPr lang="en-US" dirty="0"/>
          </a:p>
        </p:txBody>
      </p:sp>
    </p:spTree>
    <p:extLst>
      <p:ext uri="{BB962C8B-B14F-4D97-AF65-F5344CB8AC3E}">
        <p14:creationId xmlns:p14="http://schemas.microsoft.com/office/powerpoint/2010/main" val="473000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F3BB8-BA21-CBE3-8860-A827D890638E}"/>
              </a:ext>
            </a:extLst>
          </p:cNvPr>
          <p:cNvSpPr>
            <a:spLocks noGrp="1"/>
          </p:cNvSpPr>
          <p:nvPr>
            <p:ph type="title"/>
          </p:nvPr>
        </p:nvSpPr>
        <p:spPr/>
        <p:txBody>
          <a:bodyPr/>
          <a:lstStyle/>
          <a:p>
            <a:r>
              <a:rPr lang="en-US" b="1" dirty="0"/>
              <a:t>Challenges &amp; Overcoming Them</a:t>
            </a:r>
            <a:br>
              <a:rPr lang="en-US" b="1" dirty="0"/>
            </a:br>
            <a:endParaRPr lang="en-US" dirty="0"/>
          </a:p>
        </p:txBody>
      </p:sp>
      <p:sp>
        <p:nvSpPr>
          <p:cNvPr id="3" name="Content Placeholder 2">
            <a:extLst>
              <a:ext uri="{FF2B5EF4-FFF2-40B4-BE49-F238E27FC236}">
                <a16:creationId xmlns:a16="http://schemas.microsoft.com/office/drawing/2014/main" id="{FEFE4273-9ED9-3B06-8442-F8DD45127380}"/>
              </a:ext>
            </a:extLst>
          </p:cNvPr>
          <p:cNvSpPr>
            <a:spLocks noGrp="1"/>
          </p:cNvSpPr>
          <p:nvPr>
            <p:ph idx="1"/>
          </p:nvPr>
        </p:nvSpPr>
        <p:spPr/>
        <p:txBody>
          <a:bodyPr/>
          <a:lstStyle/>
          <a:p>
            <a:r>
              <a:rPr lang="en-US" sz="2000" dirty="0"/>
              <a:t>Challenges have shaped my journey. Academic pressure, self-doubt, financial constraints, and adapting to new environments tested my resilience.</a:t>
            </a:r>
            <a:br>
              <a:rPr lang="en-US" sz="2000" dirty="0"/>
            </a:br>
            <a:r>
              <a:rPr lang="en-US" sz="2000" b="1" dirty="0"/>
              <a:t>Lessons learned:</a:t>
            </a:r>
            <a:endParaRPr lang="en-US" sz="2000" dirty="0"/>
          </a:p>
          <a:p>
            <a:r>
              <a:rPr lang="en-US" sz="2000" dirty="0"/>
              <a:t>Resilience grows through challenges</a:t>
            </a:r>
          </a:p>
          <a:p>
            <a:r>
              <a:rPr lang="en-US" sz="2000" dirty="0"/>
              <a:t>Asking for help is wisdom</a:t>
            </a:r>
          </a:p>
          <a:p>
            <a:r>
              <a:rPr lang="en-US" sz="2000" dirty="0"/>
              <a:t>Small victories are as important as big successes</a:t>
            </a:r>
          </a:p>
          <a:p>
            <a:endParaRPr lang="en-US" dirty="0"/>
          </a:p>
        </p:txBody>
      </p:sp>
    </p:spTree>
    <p:extLst>
      <p:ext uri="{BB962C8B-B14F-4D97-AF65-F5344CB8AC3E}">
        <p14:creationId xmlns:p14="http://schemas.microsoft.com/office/powerpoint/2010/main" val="36489535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C0185-80CE-84FA-1413-B8C28A8D8462}"/>
              </a:ext>
            </a:extLst>
          </p:cNvPr>
          <p:cNvSpPr>
            <a:spLocks noGrp="1"/>
          </p:cNvSpPr>
          <p:nvPr>
            <p:ph type="title"/>
          </p:nvPr>
        </p:nvSpPr>
        <p:spPr/>
        <p:txBody>
          <a:bodyPr/>
          <a:lstStyle/>
          <a:p>
            <a:r>
              <a:rPr lang="en-US" b="1" dirty="0"/>
              <a:t>Values, Beliefs &amp; Inspirations</a:t>
            </a:r>
            <a:br>
              <a:rPr lang="en-US" b="1" dirty="0"/>
            </a:br>
            <a:endParaRPr lang="en-US" dirty="0"/>
          </a:p>
        </p:txBody>
      </p:sp>
      <p:sp>
        <p:nvSpPr>
          <p:cNvPr id="3" name="Content Placeholder 2">
            <a:extLst>
              <a:ext uri="{FF2B5EF4-FFF2-40B4-BE49-F238E27FC236}">
                <a16:creationId xmlns:a16="http://schemas.microsoft.com/office/drawing/2014/main" id="{E93879ED-C09D-9497-36D1-599012DED37A}"/>
              </a:ext>
            </a:extLst>
          </p:cNvPr>
          <p:cNvSpPr>
            <a:spLocks noGrp="1"/>
          </p:cNvSpPr>
          <p:nvPr>
            <p:ph idx="1"/>
          </p:nvPr>
        </p:nvSpPr>
        <p:spPr/>
        <p:txBody>
          <a:bodyPr/>
          <a:lstStyle/>
          <a:p>
            <a:r>
              <a:rPr lang="en-US" sz="2000" b="1" dirty="0"/>
              <a:t>Core Values:</a:t>
            </a:r>
            <a:r>
              <a:rPr lang="en-US" sz="2000" dirty="0"/>
              <a:t> Integrity, Hard Work, Respect, Resilience, Service</a:t>
            </a:r>
            <a:br>
              <a:rPr lang="en-US" sz="2000" dirty="0"/>
            </a:br>
            <a:r>
              <a:rPr lang="en-US" sz="2000" b="1" dirty="0"/>
              <a:t>Beliefs:</a:t>
            </a:r>
            <a:r>
              <a:rPr lang="en-US" sz="2000" dirty="0"/>
              <a:t> Education unlocks potential; success is also lifting others</a:t>
            </a:r>
            <a:br>
              <a:rPr lang="en-US" sz="2000" dirty="0"/>
            </a:br>
            <a:r>
              <a:rPr lang="en-US" sz="2000" b="1" dirty="0"/>
              <a:t>Inspiration:</a:t>
            </a:r>
            <a:r>
              <a:rPr lang="en-US" sz="2000" dirty="0"/>
              <a:t> Family, teachers, mentors, leaders, personal experiences</a:t>
            </a:r>
          </a:p>
          <a:p>
            <a:endParaRPr lang="en-US" dirty="0"/>
          </a:p>
        </p:txBody>
      </p:sp>
    </p:spTree>
    <p:extLst>
      <p:ext uri="{BB962C8B-B14F-4D97-AF65-F5344CB8AC3E}">
        <p14:creationId xmlns:p14="http://schemas.microsoft.com/office/powerpoint/2010/main" val="9667275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65154-A32F-86E6-83A4-B1090FDB5F62}"/>
              </a:ext>
            </a:extLst>
          </p:cNvPr>
          <p:cNvSpPr>
            <a:spLocks noGrp="1"/>
          </p:cNvSpPr>
          <p:nvPr>
            <p:ph type="title"/>
          </p:nvPr>
        </p:nvSpPr>
        <p:spPr/>
        <p:txBody>
          <a:bodyPr/>
          <a:lstStyle/>
          <a:p>
            <a:r>
              <a:rPr lang="en-US" b="1" dirty="0"/>
              <a:t>Vision for the Future</a:t>
            </a:r>
            <a:br>
              <a:rPr lang="en-US" b="1" dirty="0"/>
            </a:br>
            <a:endParaRPr lang="en-US" dirty="0"/>
          </a:p>
        </p:txBody>
      </p:sp>
      <p:sp>
        <p:nvSpPr>
          <p:cNvPr id="3" name="Content Placeholder 2">
            <a:extLst>
              <a:ext uri="{FF2B5EF4-FFF2-40B4-BE49-F238E27FC236}">
                <a16:creationId xmlns:a16="http://schemas.microsoft.com/office/drawing/2014/main" id="{E90AFEAB-D1DB-7E74-EA3D-C77FDF4D4C82}"/>
              </a:ext>
            </a:extLst>
          </p:cNvPr>
          <p:cNvSpPr>
            <a:spLocks noGrp="1"/>
          </p:cNvSpPr>
          <p:nvPr>
            <p:ph idx="1"/>
          </p:nvPr>
        </p:nvSpPr>
        <p:spPr/>
        <p:txBody>
          <a:bodyPr/>
          <a:lstStyle/>
          <a:p>
            <a:r>
              <a:rPr lang="en-US" sz="2000" dirty="0"/>
              <a:t>I aspire to a career where technology and business intersect—data science, AI, or information systems management. I dream of entrepreneurship to provide community opportunities</a:t>
            </a:r>
            <a:r>
              <a:rPr lang="en-US" sz="2000"/>
              <a:t>. My </a:t>
            </a:r>
            <a:r>
              <a:rPr lang="en-US" sz="2000" dirty="0"/>
              <a:t>guiding philosophy: dream big, work hard, stay humble, and never stop learning.</a:t>
            </a:r>
          </a:p>
          <a:p>
            <a:endParaRPr lang="en-US" dirty="0"/>
          </a:p>
        </p:txBody>
      </p:sp>
    </p:spTree>
    <p:extLst>
      <p:ext uri="{BB962C8B-B14F-4D97-AF65-F5344CB8AC3E}">
        <p14:creationId xmlns:p14="http://schemas.microsoft.com/office/powerpoint/2010/main" val="413630135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{69070C28-00E6-443B-9A91-27D85856A090}TFb5ae2469-0bae-4978-b0e0-39dd046150ff9a115ede-a9c3cc5252b0</Template>
  <TotalTime>12</TotalTime>
  <Words>589</Words>
  <Application>Microsoft Office PowerPoint</Application>
  <PresentationFormat>Widescreen</PresentationFormat>
  <Paragraphs>35</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Celestial</vt:lpstr>
      <vt:lpstr>My Journey: Growth, Education, and Impact</vt:lpstr>
      <vt:lpstr>introduction</vt:lpstr>
      <vt:lpstr>Early Life &amp; Family Background</vt:lpstr>
      <vt:lpstr>Education Journey</vt:lpstr>
      <vt:lpstr>Personal Growth &amp; Interests </vt:lpstr>
      <vt:lpstr>Career Preparation </vt:lpstr>
      <vt:lpstr>Projects &amp; Achievements </vt:lpstr>
      <vt:lpstr>Challenges &amp; Overcoming Them </vt:lpstr>
      <vt:lpstr>Values, Beliefs &amp; Inspirations </vt:lpstr>
      <vt:lpstr>Vision for the Future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PC</dc:creator>
  <cp:lastModifiedBy>PC</cp:lastModifiedBy>
  <cp:revision>1</cp:revision>
  <dcterms:created xsi:type="dcterms:W3CDTF">2026-02-13T08:17:52Z</dcterms:created>
  <dcterms:modified xsi:type="dcterms:W3CDTF">2026-02-13T08:30:17Z</dcterms:modified>
</cp:coreProperties>
</file>