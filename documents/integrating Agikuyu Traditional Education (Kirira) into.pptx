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779A-E976-7CD0-435D-817BFA182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integrating </a:t>
            </a:r>
            <a:r>
              <a:rPr lang="en-US" dirty="0" err="1"/>
              <a:t>Agikuyu</a:t>
            </a:r>
            <a:r>
              <a:rPr lang="en-US" dirty="0"/>
              <a:t> Traditional Education (Kirira) into Modern Pedagogy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087B8-03E0-6D16-0B1C-5AA7EFFA80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Specialization:</a:t>
            </a:r>
            <a:r>
              <a:rPr lang="en-US" dirty="0"/>
              <a:t> Education (Curriculum Development &amp; Learner Empowerment)</a:t>
            </a:r>
          </a:p>
          <a:p>
            <a:r>
              <a:rPr lang="en-US" b="1" dirty="0"/>
              <a:t>Aspect of Culture:</a:t>
            </a:r>
            <a:r>
              <a:rPr lang="en-US" dirty="0"/>
              <a:t> </a:t>
            </a:r>
            <a:r>
              <a:rPr lang="en-US" i="1" dirty="0"/>
              <a:t>Kirira</a:t>
            </a:r>
            <a:r>
              <a:rPr lang="en-US" dirty="0"/>
              <a:t> (Indigenous knowledge, values, and rites of passage)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72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9855-279E-E0F4-6C65-A4882C25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685800"/>
            <a:ext cx="10131425" cy="14562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 </a:t>
            </a:r>
            <a:r>
              <a:rPr lang="en-US" b="1" i="1" dirty="0"/>
              <a:t>Kirira</a:t>
            </a:r>
            <a:r>
              <a:rPr lang="en-US" b="1" dirty="0"/>
              <a:t>?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DD9C2-CB8D-D0B3-B36C-44EBEB40F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Not just "schooling," but the total process of passing down knowledge, history, values, and survival skills.</a:t>
            </a:r>
          </a:p>
          <a:p>
            <a:r>
              <a:rPr lang="en-US" b="1" dirty="0"/>
              <a:t>Agents of Education:</a:t>
            </a:r>
            <a:r>
              <a:rPr lang="en-US" dirty="0"/>
              <a:t> Community-based (elders, parents, age-group peers) rather than school-based.</a:t>
            </a:r>
          </a:p>
          <a:p>
            <a:r>
              <a:rPr lang="en-US" b="1" dirty="0"/>
              <a:t>Key Principles:</a:t>
            </a:r>
            <a:r>
              <a:rPr lang="en-US" dirty="0"/>
              <a:t> Learning by doing, mentorship, and gradual accumulation of knowledge based on 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25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A878-17E1-6829-18C8-96432682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Importance to Modern Education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48B1D-1F6D-71E0-4D2C-B623ACC04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Competency-Based Curriculum (CBC):</a:t>
            </a:r>
            <a:r>
              <a:rPr lang="en-US" dirty="0"/>
              <a:t> </a:t>
            </a:r>
            <a:r>
              <a:rPr lang="en-US" i="1" dirty="0"/>
              <a:t>Kirira</a:t>
            </a:r>
            <a:r>
              <a:rPr lang="en-US" dirty="0"/>
              <a:t> aligns with CBC's goal of fostering core competencies like communication, collaboration, and citizenship.</a:t>
            </a:r>
          </a:p>
          <a:p>
            <a:r>
              <a:rPr lang="en-US" b="1" dirty="0"/>
              <a:t>Ethical Foundation:</a:t>
            </a:r>
            <a:r>
              <a:rPr lang="en-US" dirty="0"/>
              <a:t> Focuses on character development, integrity, and social responsibility, addressing the rising individualism in society.</a:t>
            </a:r>
          </a:p>
          <a:p>
            <a:r>
              <a:rPr lang="en-US" b="1" dirty="0"/>
              <a:t>Holistic Development:</a:t>
            </a:r>
            <a:r>
              <a:rPr lang="en-US" dirty="0"/>
              <a:t> Connects physical skills (agriculture, craft) with emotional and moral growth.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591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E07B-315B-957B-E20C-889F35AB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Pedagogical Aspects of </a:t>
            </a:r>
            <a:r>
              <a:rPr lang="en-US" b="1" dirty="0" err="1"/>
              <a:t>Agikuyu</a:t>
            </a:r>
            <a:r>
              <a:rPr lang="en-US" b="1" dirty="0"/>
              <a:t> Culture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E3632-35C3-5A3E-4779-5C419AE50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Oral Tradition (</a:t>
            </a:r>
            <a:r>
              <a:rPr lang="en-US" b="1" dirty="0" err="1"/>
              <a:t>Ndai</a:t>
            </a:r>
            <a:r>
              <a:rPr lang="en-US" b="1" dirty="0"/>
              <a:t>/</a:t>
            </a:r>
            <a:r>
              <a:rPr lang="en-US" b="1" dirty="0" err="1"/>
              <a:t>Ngano</a:t>
            </a:r>
            <a:r>
              <a:rPr lang="en-US" b="1" dirty="0"/>
              <a:t>):</a:t>
            </a:r>
            <a:r>
              <a:rPr lang="en-US" dirty="0"/>
              <a:t> Riddles and stories (e.g., about the Hare or Hyena) encourage critical thinking, language development, and moral reasoning.</a:t>
            </a:r>
          </a:p>
          <a:p>
            <a:r>
              <a:rPr lang="en-US" b="1" dirty="0"/>
              <a:t>Mentorship (Age Groups - </a:t>
            </a:r>
            <a:r>
              <a:rPr lang="en-US" b="1" dirty="0" err="1"/>
              <a:t>Mariika</a:t>
            </a:r>
            <a:r>
              <a:rPr lang="en-US" b="1" dirty="0"/>
              <a:t>):</a:t>
            </a:r>
            <a:r>
              <a:rPr lang="en-US" dirty="0"/>
              <a:t> Peer learning and mentoring by older youths (</a:t>
            </a:r>
            <a:r>
              <a:rPr lang="en-US" dirty="0" err="1"/>
              <a:t>mwanake</a:t>
            </a:r>
            <a:r>
              <a:rPr lang="en-US" dirty="0"/>
              <a:t>).</a:t>
            </a:r>
          </a:p>
          <a:p>
            <a:r>
              <a:rPr lang="en-US" b="1" dirty="0"/>
              <a:t>Apprenticeship:</a:t>
            </a:r>
            <a:r>
              <a:rPr lang="en-US" dirty="0"/>
              <a:t> Children learn farming, building, and trade by observing and mimicking adults (e.g., harvesting techniques).</a:t>
            </a:r>
          </a:p>
          <a:p>
            <a:r>
              <a:rPr lang="en-US" b="1" dirty="0"/>
              <a:t>Rites of Passage (</a:t>
            </a:r>
            <a:r>
              <a:rPr lang="en-US" b="1" dirty="0" err="1"/>
              <a:t>Irua</a:t>
            </a:r>
            <a:r>
              <a:rPr lang="en-US" b="1" dirty="0"/>
              <a:t>):</a:t>
            </a:r>
            <a:r>
              <a:rPr lang="en-US" dirty="0"/>
              <a:t> Marking transitions to new levels of responsibility, fostering resilience and endurance.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56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43F6-D458-26DE-71C8-2501D392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The Role of </a:t>
            </a:r>
            <a:r>
              <a:rPr lang="en-US" b="1" i="1" dirty="0"/>
              <a:t>Kirira</a:t>
            </a:r>
            <a:r>
              <a:rPr lang="en-US" b="1" dirty="0"/>
              <a:t> in Curriculum Development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BDBC7-3652-F065-E5D7-31E22916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Contextual Learning:</a:t>
            </a:r>
            <a:r>
              <a:rPr lang="en-US" dirty="0"/>
              <a:t> Integrating local indigenous knowledge into science and social studies (e.g., traditional ecological knowledge in agriculture).</a:t>
            </a:r>
          </a:p>
          <a:p>
            <a:r>
              <a:rPr lang="en-US" b="1" dirty="0"/>
              <a:t>Value-Based Education:</a:t>
            </a:r>
            <a:r>
              <a:rPr lang="en-US" dirty="0"/>
              <a:t> Utilizing proverbs and stories to teach humility, courage, and respect for the environment.</a:t>
            </a:r>
          </a:p>
          <a:p>
            <a:r>
              <a:rPr lang="en-US" b="1" dirty="0"/>
              <a:t>Bridging School and Community:</a:t>
            </a:r>
            <a:r>
              <a:rPr lang="en-US" dirty="0"/>
              <a:t> Using local community members as guest educators to impart practical, local knowledge.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0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7AB2-ED34-BF45-205C-204FE504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Challenges and Solutions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75F23-3BE0-39EB-C25F-6AD17A891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Challenges:</a:t>
            </a:r>
            <a:r>
              <a:rPr lang="en-US" dirty="0"/>
              <a:t> Misconceptions of being "outdated," loss of language, and Western-centric educational dominance.</a:t>
            </a:r>
          </a:p>
          <a:p>
            <a:r>
              <a:rPr lang="en-US" b="1" dirty="0"/>
              <a:t>Solutions:</a:t>
            </a:r>
            <a:endParaRPr lang="en-US" dirty="0"/>
          </a:p>
          <a:p>
            <a:pPr lvl="1"/>
            <a:r>
              <a:rPr lang="en-US" dirty="0"/>
              <a:t>Developing literature/curriculum in the local language.</a:t>
            </a:r>
          </a:p>
          <a:p>
            <a:pPr lvl="1"/>
            <a:r>
              <a:rPr lang="en-US" dirty="0"/>
              <a:t>Documenting traditional knowledge (e.g., by the </a:t>
            </a:r>
            <a:r>
              <a:rPr lang="en-US" dirty="0" err="1"/>
              <a:t>Kianjahi</a:t>
            </a:r>
            <a:r>
              <a:rPr lang="en-US" dirty="0"/>
              <a:t> Cultural Academy).</a:t>
            </a:r>
          </a:p>
          <a:p>
            <a:pPr lvl="1"/>
            <a:r>
              <a:rPr lang="en-US" dirty="0"/>
              <a:t>Blending traditional knowledge with modern science for sustainable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3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685E-D809-C81C-F58E-5962EFA8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Conclusion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B66D-D6E4-E3E8-5045-BD0C40FE1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Agikuyu</a:t>
            </a:r>
            <a:r>
              <a:rPr lang="en-US" dirty="0"/>
              <a:t> culture offers a rich, practical, and ethical framework for education.</a:t>
            </a:r>
          </a:p>
          <a:p>
            <a:r>
              <a:rPr lang="en-US" dirty="0"/>
              <a:t>Integrating </a:t>
            </a:r>
            <a:r>
              <a:rPr lang="en-US" i="1" dirty="0"/>
              <a:t>Kirira</a:t>
            </a:r>
            <a:r>
              <a:rPr lang="en-US" dirty="0"/>
              <a:t> makes education more relevant to the learner's lived experience.</a:t>
            </a:r>
          </a:p>
          <a:p>
            <a:r>
              <a:rPr lang="en-US" dirty="0"/>
              <a:t>The goal is not to abandon modern education, but to enrich it with African indigenous knowledge systems to produce well-rounded individuals.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41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{69070C28-00E6-443B-9A91-27D85856A090}TFb5ae2469-0bae-4978-b0e0-39dd046150ff9a115ede-a9c3cc5252b0</Template>
  <TotalTime>90</TotalTime>
  <Words>449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integrating Agikuyu Traditional Education (Kirira) into Modern Pedagogy</vt:lpstr>
      <vt:lpstr>What is Kirira?  </vt:lpstr>
      <vt:lpstr>The Importance to Modern Education  </vt:lpstr>
      <vt:lpstr>Key Pedagogical Aspects of Agikuyu Culture  </vt:lpstr>
      <vt:lpstr> The Role of Kirira in Curriculum Development  </vt:lpstr>
      <vt:lpstr>Challenges and Solutions  </vt:lpstr>
      <vt:lpstr> 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2026-01-29T15:55:38Z</dcterms:created>
  <dcterms:modified xsi:type="dcterms:W3CDTF">2026-01-29T17:26:33Z</dcterms:modified>
</cp:coreProperties>
</file>